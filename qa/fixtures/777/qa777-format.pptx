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QA 777 PPTX verification code QA777-PPTX-333.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